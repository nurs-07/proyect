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0" r:id="rId3"/>
    <p:sldId id="256" r:id="rId4"/>
    <p:sldId id="257" r:id="rId5"/>
    <p:sldId id="258" r:id="rId6"/>
    <p:sldId id="259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ru-K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7CF53-EFC9-488B-BD38-7BB3D8B9E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0833E8-65CD-4EEC-844A-2AA18AE61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G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32924B-6114-47D9-BAC1-25C4DFCA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6B0699-2B10-4E02-A0A2-FC22241E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A4DF16-52F6-42EE-ADB0-93988C65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125615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0023A-3B1C-4B7B-B021-618DAB32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48C276-56FB-4F0B-8AC3-E92F58968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742751-1B7E-4448-9C6A-488C2BBD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11AE4D-7920-4F1C-A8F0-9410BD45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D4BEFE-5FFC-4EC1-9EAC-AF84BB8B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300497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D8C64-3E93-4DF6-A61F-39797229D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547791-73B3-4806-8F23-0D82992CA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5DB5EF-669B-483F-A4D0-4A12D4608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27D9CE-ED56-46C1-815B-D39073BF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9C728A-C2F7-46BE-A8EC-FCA314B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266184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597C9-B245-477E-B79B-5A6E431FD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7520C0-3D67-40D0-AFD8-30E5B2145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1494DB-05F8-4365-8851-0140AF0E1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D6917D-0991-4C69-86E4-16425563D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2E437B-AC51-4205-927F-DB1108D2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DA7DF5-C847-433B-8DA5-4056D8C1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225466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2FD21-D54F-4360-9860-8A2899A0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E08CA8-EEE0-4D4C-A8EF-379EA17A1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972FCF-7C66-4940-A71D-8086AFBD6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CB5751-7D84-4E1F-93F4-1B2D453EB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AD2B59-A6EE-4A0C-85BB-5C5C4E2D4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788CAC-5823-45CD-9778-6EB2CF09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0394FF-7B29-41D3-9395-321424D9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B962B8F-3B89-47D7-AFFC-32811D0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121070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99500-5C0C-4820-9422-67CB2526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ECEF4B-AD0A-4EE9-BF8E-69B9B4D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1D18F37-0259-4D29-9CA3-5DEEFDC6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482C84-C587-495C-B3E0-0543243C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403351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4518DE-3A46-49AA-9417-28B65B10F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445F4A-0EE4-42E9-82BA-65CDFD8F5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37274D-E209-4F61-B14E-06BCCC9E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418671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FF8E9-D275-4B51-8C77-58933423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16C7FD-AE5D-4884-8A58-43D9AF860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89F3A1-F72A-4022-A737-F0A841566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94B912-C4A9-4A85-814A-CA1481D0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A18D1B-EF77-478D-8FD8-315F0C8D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1A7B22-8E61-4693-A1C0-89591B10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380676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6EEC6-A1F5-486B-AF7E-84120721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6AB453-40D4-4544-A20A-178C228A5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G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DC9255-631E-45F9-9C8C-279EBC91F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F35291-E996-4BB3-95EE-B80493BD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8198A2-269D-474A-B5F4-A723E23BC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30AE2E-012A-4D59-8030-5CE61D47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110096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C6358-8AF9-448E-AA8E-548BD72F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0360EE-1D58-4DB2-83F4-F8E32E4E3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5F7CD1-697E-49F3-BBA5-52F689024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DE5F54-4BF1-461D-B0BE-8950A3D1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D82D8-0C58-4008-B975-39EA9300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342227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C159D3-2942-4A08-801D-6599C6190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71BC49-A920-404B-AD6A-4CC6D8AE2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140EF9-3C89-4B1D-9BA5-D874127A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EFECC3-D9F1-406C-87A8-DEB6E3E6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680546-2A4E-48CD-A85D-6F8C8FDE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318016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3BAA3-17C5-4C09-B11E-0267D7087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G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C821FA-C1A2-4A60-AEFC-F38929C0F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G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483ABB-BC7C-46B8-BD23-23F60CF21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2C7BE-3AFC-495A-A209-427D95FA14ED}" type="datetimeFigureOut">
              <a:rPr lang="ru-KG" smtClean="0"/>
              <a:t>29.10.2024</a:t>
            </a:fld>
            <a:endParaRPr lang="ru-KG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DE3F01-47DF-4B28-AE9F-DA68AE1DA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G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48DC1B-610F-4D46-BC82-0ED67086E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15DCE-DE00-45B0-9724-DC8456A199D0}" type="slidenum">
              <a:rPr lang="ru-KG" smtClean="0"/>
              <a:t>‹#›</a:t>
            </a:fld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108220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5DF27-4AC2-4787-BE18-D0617E07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02124"/>
                </a:solidFill>
                <a:effectLst/>
                <a:latin typeface="Google Sans"/>
              </a:rPr>
              <a:t>21 ответ</a:t>
            </a:r>
            <a:endParaRPr lang="ru-KG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A94AC-214B-4960-B36C-94581DDDA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Байдадаев нурсултан 15-24</a:t>
            </a:r>
          </a:p>
          <a:p>
            <a:pPr marL="0" indent="0">
              <a:buNone/>
            </a:pPr>
            <a:r>
              <a:rPr lang="ru-RU"/>
              <a:t>29.10.24</a:t>
            </a:r>
            <a:endParaRPr lang="ru-KG"/>
          </a:p>
        </p:txBody>
      </p:sp>
    </p:spTree>
    <p:extLst>
      <p:ext uri="{BB962C8B-B14F-4D97-AF65-F5344CB8AC3E}">
        <p14:creationId xmlns:p14="http://schemas.microsoft.com/office/powerpoint/2010/main" val="4234841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40CDF-331C-4D12-9A10-C491A90E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02124"/>
                </a:solidFill>
                <a:effectLst/>
                <a:latin typeface="Google Sans"/>
              </a:rPr>
              <a:t>21 ответ21 </a:t>
            </a:r>
            <a:r>
              <a:rPr lang="ru-RU" b="0" i="0" dirty="0" err="1">
                <a:solidFill>
                  <a:srgbClr val="202124"/>
                </a:solidFill>
                <a:effectLst/>
                <a:latin typeface="Google Sans"/>
              </a:rPr>
              <a:t>ответ21</a:t>
            </a:r>
            <a:r>
              <a:rPr lang="ru-RU" b="0" i="0" dirty="0">
                <a:solidFill>
                  <a:srgbClr val="202124"/>
                </a:solidFill>
                <a:effectLst/>
                <a:latin typeface="Google Sans"/>
              </a:rPr>
              <a:t> ответ</a:t>
            </a:r>
            <a:endParaRPr lang="ru-KG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24ED4-7F1B-4BDB-9C13-7FBF0FFA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1026" name="Picture 2" descr="Диаграмма ответов в Формах. Вопрос: 2.сколько дверей у машин . Количество ответов: Верных ответов: 11 из 21.">
            <a:extLst>
              <a:ext uri="{FF2B5EF4-FFF2-40B4-BE49-F238E27FC236}">
                <a16:creationId xmlns:a16="http://schemas.microsoft.com/office/drawing/2014/main" id="{ECF8D605-3CC1-45A4-97B3-9170F775D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1018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39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F4E88-7B31-4A49-8009-2EB6B7DAF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BC357E-062B-49E6-AC30-4555D2F79F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2050" name="Picture 2" descr="Диаграмма ответов в Формах. Вопрос: 3.есть ли электронные машины. Количество ответов: Верных ответов: 20 из 21.">
            <a:extLst>
              <a:ext uri="{FF2B5EF4-FFF2-40B4-BE49-F238E27FC236}">
                <a16:creationId xmlns:a16="http://schemas.microsoft.com/office/drawing/2014/main" id="{531EB478-6EC7-46BD-B1A0-AD9AF7CF7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64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975B7B-7709-4020-86DE-3BB38899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7E9BAA-4A03-4FFC-8F75-04A501738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3074" name="Picture 2" descr="Диаграмма ответов в Формах. Вопрос: 4.имя машины. Количество ответов: Верных ответов: 15 из 21.">
            <a:extLst>
              <a:ext uri="{FF2B5EF4-FFF2-40B4-BE49-F238E27FC236}">
                <a16:creationId xmlns:a16="http://schemas.microsoft.com/office/drawing/2014/main" id="{DA23C8EE-F2FB-4631-AD55-6334DFFF9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69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E238C-E031-4F6B-B1B0-29BE6583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48203B4-EA83-4FCC-B3D9-A96FF53D0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4098" name="Picture 2" descr="Диаграмма ответов в Формах. Вопрос: 5.какой марка это. Количество ответов: Верных ответов: 18 из 21.">
            <a:extLst>
              <a:ext uri="{FF2B5EF4-FFF2-40B4-BE49-F238E27FC236}">
                <a16:creationId xmlns:a16="http://schemas.microsoft.com/office/drawing/2014/main" id="{33D68417-4E73-4131-A2D4-2867CF964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88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D3EB9-A0DF-46CE-9CD6-45B6AE88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2318C4-90DF-436F-B240-1D00F13E6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5122" name="Picture 2" descr="Диаграмма ответов в Формах. Вопрос: &#10;6.Каким автомобилем был награжден после полета в космос Юрий Гагарин?. Количество ответов: Верных ответов: 13 из 21.">
            <a:extLst>
              <a:ext uri="{FF2B5EF4-FFF2-40B4-BE49-F238E27FC236}">
                <a16:creationId xmlns:a16="http://schemas.microsoft.com/office/drawing/2014/main" id="{023D8DCD-46BC-423D-93AD-30090C18D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78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266F8-7F3D-4160-B0F3-D72A595F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3FAF3F-98B4-4A1E-97D1-C3100F145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6146" name="Picture 2" descr="Диаграмма ответов в Формах. Вопрос: 7.что это . Количество ответов: Верных ответов: 12 из 21.">
            <a:extLst>
              <a:ext uri="{FF2B5EF4-FFF2-40B4-BE49-F238E27FC236}">
                <a16:creationId xmlns:a16="http://schemas.microsoft.com/office/drawing/2014/main" id="{BB13C21B-E597-44DB-9CEC-13FFD4BB0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36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F84C9-8252-4862-87EA-85A379AF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129BD-915A-44FC-A74E-08F12E7BE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7170" name="Picture 2" descr="Диаграмма ответов в Формах. Вопрос: 8.какой это знак. Количество ответов: Верных ответов: 19 из 21.">
            <a:extLst>
              <a:ext uri="{FF2B5EF4-FFF2-40B4-BE49-F238E27FC236}">
                <a16:creationId xmlns:a16="http://schemas.microsoft.com/office/drawing/2014/main" id="{0895DCCB-C77A-4482-A1A2-0E7D2125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292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716D31-A16B-4E77-9088-565AD470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23611C-111E-4CE4-8F16-1555670EA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8194" name="Picture 2" descr="Диаграмма ответов в Формах. Вопрос: 9.Где произведен Мерседес?&#10;&#10;. Количество ответов: Верных ответов: 20 из 21.">
            <a:extLst>
              <a:ext uri="{FF2B5EF4-FFF2-40B4-BE49-F238E27FC236}">
                <a16:creationId xmlns:a16="http://schemas.microsoft.com/office/drawing/2014/main" id="{B9940A29-45BD-40B4-9319-E77F508A0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103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B55803-D9DC-412B-BD14-1774874E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G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4649BE-6E70-49E7-8394-1F8658D09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G"/>
          </a:p>
        </p:txBody>
      </p:sp>
      <p:pic>
        <p:nvPicPr>
          <p:cNvPr id="9218" name="Picture 2" descr="Диаграмма ответов в Формах. Вопрос: понравился ли вам этот тест. Количество ответов: 12 ответов.">
            <a:extLst>
              <a:ext uri="{FF2B5EF4-FFF2-40B4-BE49-F238E27FC236}">
                <a16:creationId xmlns:a16="http://schemas.microsoft.com/office/drawing/2014/main" id="{997F4AAB-7C72-4E11-BBFA-D898C9B58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1185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</Words>
  <Application>Microsoft Office PowerPoint</Application>
  <PresentationFormat>Широкоэкранный</PresentationFormat>
  <Paragraphs>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Google Sans</vt:lpstr>
      <vt:lpstr>Тема Office</vt:lpstr>
      <vt:lpstr>21 ответ</vt:lpstr>
      <vt:lpstr>21 ответ21 ответ21 ответ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нурсултан байдадаев</dc:creator>
  <cp:lastModifiedBy>нурсултан байдадаев</cp:lastModifiedBy>
  <cp:revision>3</cp:revision>
  <dcterms:created xsi:type="dcterms:W3CDTF">2024-10-29T09:57:43Z</dcterms:created>
  <dcterms:modified xsi:type="dcterms:W3CDTF">2024-10-29T10:01:33Z</dcterms:modified>
</cp:coreProperties>
</file>